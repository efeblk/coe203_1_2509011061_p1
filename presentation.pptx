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IBM Plex Mono" charset="1" panose="020B0509050203000203"/>
      <p:regular r:id="rId19"/>
    </p:embeddedFont>
    <p:embeddedFont>
      <p:font typeface="Arimo Bold" charset="1" panose="020B0704020202020204"/>
      <p:regular r:id="rId20"/>
    </p:embeddedFont>
    <p:embeddedFont>
      <p:font typeface="DejaVu Serif Bold" charset="1" panose="02060803050605020204"/>
      <p:regular r:id="rId21"/>
    </p:embeddedFont>
    <p:embeddedFont>
      <p:font typeface="Abril Fatface" charset="1" panose="020005030000000200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4349"/>
            <a:ext cx="10420061" cy="5909350"/>
            <a:chOff x="0" y="0"/>
            <a:chExt cx="2744378" cy="15563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4378" cy="1556372"/>
            </a:xfrm>
            <a:custGeom>
              <a:avLst/>
              <a:gdLst/>
              <a:ahLst/>
              <a:cxnLst/>
              <a:rect r="r" b="b" t="t" l="l"/>
              <a:pathLst>
                <a:path h="1556372" w="2744378">
                  <a:moveTo>
                    <a:pt x="37892" y="0"/>
                  </a:moveTo>
                  <a:lnTo>
                    <a:pt x="2706486" y="0"/>
                  </a:lnTo>
                  <a:cubicBezTo>
                    <a:pt x="2727413" y="0"/>
                    <a:pt x="2744378" y="16965"/>
                    <a:pt x="2744378" y="37892"/>
                  </a:cubicBezTo>
                  <a:lnTo>
                    <a:pt x="2744378" y="1518480"/>
                  </a:lnTo>
                  <a:cubicBezTo>
                    <a:pt x="2744378" y="1539407"/>
                    <a:pt x="2727413" y="1556372"/>
                    <a:pt x="2706486" y="1556372"/>
                  </a:cubicBezTo>
                  <a:lnTo>
                    <a:pt x="37892" y="1556372"/>
                  </a:lnTo>
                  <a:cubicBezTo>
                    <a:pt x="16965" y="1556372"/>
                    <a:pt x="0" y="1539407"/>
                    <a:pt x="0" y="1518480"/>
                  </a:cubicBezTo>
                  <a:lnTo>
                    <a:pt x="0" y="37892"/>
                  </a:lnTo>
                  <a:cubicBezTo>
                    <a:pt x="0" y="16965"/>
                    <a:pt x="16965" y="0"/>
                    <a:pt x="37892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4378" cy="1594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62399" y="1028700"/>
            <a:ext cx="5396478" cy="3693210"/>
            <a:chOff x="0" y="0"/>
            <a:chExt cx="2744378" cy="18781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4378" cy="1878181"/>
            </a:xfrm>
            <a:custGeom>
              <a:avLst/>
              <a:gdLst/>
              <a:ahLst/>
              <a:cxnLst/>
              <a:rect r="r" b="b" t="t" l="l"/>
              <a:pathLst>
                <a:path h="1878181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853793"/>
                  </a:lnTo>
                  <a:cubicBezTo>
                    <a:pt x="2744378" y="1860261"/>
                    <a:pt x="2741809" y="1866464"/>
                    <a:pt x="2737235" y="1871038"/>
                  </a:cubicBezTo>
                  <a:cubicBezTo>
                    <a:pt x="2732661" y="1875612"/>
                    <a:pt x="2726458" y="1878181"/>
                    <a:pt x="2719990" y="1878181"/>
                  </a:cubicBezTo>
                  <a:lnTo>
                    <a:pt x="24389" y="1878181"/>
                  </a:lnTo>
                  <a:cubicBezTo>
                    <a:pt x="10919" y="1878181"/>
                    <a:pt x="0" y="1867262"/>
                    <a:pt x="0" y="1853793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44378" cy="1916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50252" y="6645926"/>
            <a:ext cx="6409048" cy="2612374"/>
            <a:chOff x="0" y="0"/>
            <a:chExt cx="2744378" cy="11186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4378" cy="1118628"/>
            </a:xfrm>
            <a:custGeom>
              <a:avLst/>
              <a:gdLst/>
              <a:ahLst/>
              <a:cxnLst/>
              <a:rect r="r" b="b" t="t" l="l"/>
              <a:pathLst>
                <a:path h="1118628" w="2744378">
                  <a:moveTo>
                    <a:pt x="39863" y="0"/>
                  </a:moveTo>
                  <a:lnTo>
                    <a:pt x="2704515" y="0"/>
                  </a:lnTo>
                  <a:cubicBezTo>
                    <a:pt x="2715088" y="0"/>
                    <a:pt x="2725227" y="4200"/>
                    <a:pt x="2732703" y="11676"/>
                  </a:cubicBezTo>
                  <a:cubicBezTo>
                    <a:pt x="2740178" y="19151"/>
                    <a:pt x="2744378" y="29291"/>
                    <a:pt x="2744378" y="39863"/>
                  </a:cubicBezTo>
                  <a:lnTo>
                    <a:pt x="2744378" y="1078765"/>
                  </a:lnTo>
                  <a:cubicBezTo>
                    <a:pt x="2744378" y="1089338"/>
                    <a:pt x="2740178" y="1099477"/>
                    <a:pt x="2732703" y="1106953"/>
                  </a:cubicBezTo>
                  <a:cubicBezTo>
                    <a:pt x="2725227" y="1114428"/>
                    <a:pt x="2715088" y="1118628"/>
                    <a:pt x="2704515" y="1118628"/>
                  </a:cubicBezTo>
                  <a:lnTo>
                    <a:pt x="39863" y="1118628"/>
                  </a:lnTo>
                  <a:cubicBezTo>
                    <a:pt x="29291" y="1118628"/>
                    <a:pt x="19151" y="1114428"/>
                    <a:pt x="11676" y="1106953"/>
                  </a:cubicBezTo>
                  <a:cubicBezTo>
                    <a:pt x="4200" y="1099477"/>
                    <a:pt x="0" y="1089338"/>
                    <a:pt x="0" y="1078765"/>
                  </a:cubicBezTo>
                  <a:lnTo>
                    <a:pt x="0" y="39863"/>
                  </a:lnTo>
                  <a:cubicBezTo>
                    <a:pt x="0" y="29291"/>
                    <a:pt x="4200" y="19151"/>
                    <a:pt x="11676" y="11676"/>
                  </a:cubicBezTo>
                  <a:cubicBezTo>
                    <a:pt x="19151" y="4200"/>
                    <a:pt x="29291" y="0"/>
                    <a:pt x="398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4378" cy="115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8752" y="3266039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14593" y="1293701"/>
            <a:ext cx="179985" cy="179985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04854" y="6960650"/>
            <a:ext cx="213757" cy="213757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62920" y="3266039"/>
            <a:ext cx="347534" cy="347534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449804" y="1293701"/>
            <a:ext cx="179985" cy="179985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584198" y="6960650"/>
            <a:ext cx="213757" cy="213757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15229" y="3266039"/>
            <a:ext cx="347534" cy="347534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684051" y="1293701"/>
            <a:ext cx="179985" cy="179985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62399" y="6960650"/>
            <a:ext cx="213757" cy="213757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14593" y="1828370"/>
            <a:ext cx="4710409" cy="2482334"/>
            <a:chOff x="0" y="0"/>
            <a:chExt cx="729766" cy="3845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9766" cy="384579"/>
            </a:xfrm>
            <a:custGeom>
              <a:avLst/>
              <a:gdLst/>
              <a:ahLst/>
              <a:cxnLst/>
              <a:rect r="r" b="b" t="t" l="l"/>
              <a:pathLst>
                <a:path h="384579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66499"/>
                  </a:lnTo>
                  <a:cubicBezTo>
                    <a:pt x="729766" y="371294"/>
                    <a:pt x="727861" y="375893"/>
                    <a:pt x="724470" y="379283"/>
                  </a:cubicBezTo>
                  <a:cubicBezTo>
                    <a:pt x="721080" y="382674"/>
                    <a:pt x="716481" y="384579"/>
                    <a:pt x="711686" y="384579"/>
                  </a:cubicBezTo>
                  <a:lnTo>
                    <a:pt x="18079" y="384579"/>
                  </a:lnTo>
                  <a:cubicBezTo>
                    <a:pt x="13284" y="384579"/>
                    <a:pt x="8686" y="382674"/>
                    <a:pt x="5295" y="379283"/>
                  </a:cubicBezTo>
                  <a:cubicBezTo>
                    <a:pt x="1905" y="375893"/>
                    <a:pt x="0" y="371294"/>
                    <a:pt x="0" y="366499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212" r="0" b="-1321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708752" y="5861424"/>
            <a:ext cx="9388999" cy="129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3"/>
              </a:lnSpc>
            </a:pPr>
            <a:r>
              <a:rPr lang="en-US" sz="9599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COE203 - P1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97751" y="8351825"/>
            <a:ext cx="5954024" cy="69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5017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İSMET EFE BALIK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04854" y="7618077"/>
            <a:ext cx="2711120" cy="39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828">
                <a:solidFill>
                  <a:srgbClr val="07133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Presented By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714342" y="1028700"/>
            <a:ext cx="5396478" cy="3498503"/>
            <a:chOff x="0" y="0"/>
            <a:chExt cx="2744378" cy="17791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754774"/>
                  </a:lnTo>
                  <a:cubicBezTo>
                    <a:pt x="2744378" y="1768244"/>
                    <a:pt x="2733459" y="1779163"/>
                    <a:pt x="2719990" y="1779163"/>
                  </a:cubicBezTo>
                  <a:lnTo>
                    <a:pt x="24389" y="1779163"/>
                  </a:lnTo>
                  <a:cubicBezTo>
                    <a:pt x="17920" y="1779163"/>
                    <a:pt x="11717" y="1776594"/>
                    <a:pt x="7143" y="1772020"/>
                  </a:cubicBezTo>
                  <a:cubicBezTo>
                    <a:pt x="2570" y="1767446"/>
                    <a:pt x="0" y="1761243"/>
                    <a:pt x="0" y="1754774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066536" y="1293701"/>
            <a:ext cx="179985" cy="179985"/>
            <a:chOff x="0" y="0"/>
            <a:chExt cx="6350000" cy="635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301747" y="1293701"/>
            <a:ext cx="179985" cy="179985"/>
            <a:chOff x="0" y="0"/>
            <a:chExt cx="6350000" cy="6350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535994" y="1293701"/>
            <a:ext cx="179985" cy="179985"/>
            <a:chOff x="0" y="0"/>
            <a:chExt cx="6350000" cy="6350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066536" y="1786212"/>
            <a:ext cx="4710409" cy="2351465"/>
            <a:chOff x="0" y="0"/>
            <a:chExt cx="729766" cy="3643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46224"/>
                  </a:lnTo>
                  <a:cubicBezTo>
                    <a:pt x="729766" y="351019"/>
                    <a:pt x="727861" y="355618"/>
                    <a:pt x="724470" y="359008"/>
                  </a:cubicBezTo>
                  <a:cubicBezTo>
                    <a:pt x="721080" y="362399"/>
                    <a:pt x="716481" y="364303"/>
                    <a:pt x="711686" y="364303"/>
                  </a:cubicBezTo>
                  <a:lnTo>
                    <a:pt x="18079" y="364303"/>
                  </a:lnTo>
                  <a:cubicBezTo>
                    <a:pt x="13284" y="364303"/>
                    <a:pt x="8686" y="362399"/>
                    <a:pt x="5295" y="359008"/>
                  </a:cubicBezTo>
                  <a:cubicBezTo>
                    <a:pt x="1905" y="355618"/>
                    <a:pt x="0" y="351019"/>
                    <a:pt x="0" y="346224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730" r="0" b="-1673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8543" y="3883469"/>
            <a:ext cx="3351785" cy="4840992"/>
            <a:chOff x="0" y="0"/>
            <a:chExt cx="1783640" cy="25761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3640" cy="2576115"/>
            </a:xfrm>
            <a:custGeom>
              <a:avLst/>
              <a:gdLst/>
              <a:ahLst/>
              <a:cxnLst/>
              <a:rect r="r" b="b" t="t" l="l"/>
              <a:pathLst>
                <a:path h="2576115" w="1783640">
                  <a:moveTo>
                    <a:pt x="71603" y="0"/>
                  </a:moveTo>
                  <a:lnTo>
                    <a:pt x="1712036" y="0"/>
                  </a:lnTo>
                  <a:cubicBezTo>
                    <a:pt x="1751582" y="0"/>
                    <a:pt x="1783640" y="32058"/>
                    <a:pt x="1783640" y="71603"/>
                  </a:cubicBezTo>
                  <a:lnTo>
                    <a:pt x="1783640" y="2504512"/>
                  </a:lnTo>
                  <a:cubicBezTo>
                    <a:pt x="1783640" y="2544058"/>
                    <a:pt x="1751582" y="2576115"/>
                    <a:pt x="1712036" y="2576115"/>
                  </a:cubicBezTo>
                  <a:lnTo>
                    <a:pt x="71603" y="2576115"/>
                  </a:lnTo>
                  <a:cubicBezTo>
                    <a:pt x="32058" y="2576115"/>
                    <a:pt x="0" y="2544058"/>
                    <a:pt x="0" y="2504512"/>
                  </a:cubicBezTo>
                  <a:lnTo>
                    <a:pt x="0" y="71603"/>
                  </a:lnTo>
                  <a:cubicBezTo>
                    <a:pt x="0" y="32058"/>
                    <a:pt x="32058" y="0"/>
                    <a:pt x="7160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3640" cy="2614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6192" y="3883469"/>
            <a:ext cx="172004" cy="17200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7568" y="4119847"/>
            <a:ext cx="172004" cy="17200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3331" y="4528229"/>
            <a:ext cx="2702208" cy="3202617"/>
          </a:xfrm>
          <a:custGeom>
            <a:avLst/>
            <a:gdLst/>
            <a:ahLst/>
            <a:cxnLst/>
            <a:rect r="r" b="b" t="t" l="l"/>
            <a:pathLst>
              <a:path h="3202617" w="2702208">
                <a:moveTo>
                  <a:pt x="0" y="0"/>
                </a:moveTo>
                <a:lnTo>
                  <a:pt x="2702209" y="0"/>
                </a:lnTo>
                <a:lnTo>
                  <a:pt x="2702209" y="3202618"/>
                </a:lnTo>
                <a:lnTo>
                  <a:pt x="0" y="320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419173"/>
            <a:ext cx="7322955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TEAM MEMBERS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2205" y="7881500"/>
            <a:ext cx="2544461" cy="60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TEAM LEAD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782528" y="3883469"/>
            <a:ext cx="3351785" cy="4840992"/>
            <a:chOff x="0" y="0"/>
            <a:chExt cx="1783640" cy="25761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83640" cy="2576115"/>
            </a:xfrm>
            <a:custGeom>
              <a:avLst/>
              <a:gdLst/>
              <a:ahLst/>
              <a:cxnLst/>
              <a:rect r="r" b="b" t="t" l="l"/>
              <a:pathLst>
                <a:path h="2576115" w="1783640">
                  <a:moveTo>
                    <a:pt x="71603" y="0"/>
                  </a:moveTo>
                  <a:lnTo>
                    <a:pt x="1712036" y="0"/>
                  </a:lnTo>
                  <a:cubicBezTo>
                    <a:pt x="1751582" y="0"/>
                    <a:pt x="1783640" y="32058"/>
                    <a:pt x="1783640" y="71603"/>
                  </a:cubicBezTo>
                  <a:lnTo>
                    <a:pt x="1783640" y="2504512"/>
                  </a:lnTo>
                  <a:cubicBezTo>
                    <a:pt x="1783640" y="2544058"/>
                    <a:pt x="1751582" y="2576115"/>
                    <a:pt x="1712036" y="2576115"/>
                  </a:cubicBezTo>
                  <a:lnTo>
                    <a:pt x="71603" y="2576115"/>
                  </a:lnTo>
                  <a:cubicBezTo>
                    <a:pt x="32058" y="2576115"/>
                    <a:pt x="0" y="2544058"/>
                    <a:pt x="0" y="2504512"/>
                  </a:cubicBezTo>
                  <a:lnTo>
                    <a:pt x="0" y="71603"/>
                  </a:lnTo>
                  <a:cubicBezTo>
                    <a:pt x="0" y="32058"/>
                    <a:pt x="32058" y="0"/>
                    <a:pt x="7160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83640" cy="2614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3331" y="4119847"/>
            <a:ext cx="172004" cy="172004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8889" y="4119847"/>
            <a:ext cx="172004" cy="172004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4107317" y="4528229"/>
            <a:ext cx="2702208" cy="3202617"/>
          </a:xfrm>
          <a:custGeom>
            <a:avLst/>
            <a:gdLst/>
            <a:ahLst/>
            <a:cxnLst/>
            <a:rect r="r" b="b" t="t" l="l"/>
            <a:pathLst>
              <a:path h="3202617" w="2702208">
                <a:moveTo>
                  <a:pt x="0" y="0"/>
                </a:moveTo>
                <a:lnTo>
                  <a:pt x="2702208" y="0"/>
                </a:lnTo>
                <a:lnTo>
                  <a:pt x="2702208" y="3202618"/>
                </a:lnTo>
                <a:lnTo>
                  <a:pt x="0" y="320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834631" y="7881500"/>
            <a:ext cx="3247581" cy="60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BACKEND ENG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456514" y="3883469"/>
            <a:ext cx="3351785" cy="4840992"/>
            <a:chOff x="0" y="0"/>
            <a:chExt cx="1783640" cy="25761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83640" cy="2576115"/>
            </a:xfrm>
            <a:custGeom>
              <a:avLst/>
              <a:gdLst/>
              <a:ahLst/>
              <a:cxnLst/>
              <a:rect r="r" b="b" t="t" l="l"/>
              <a:pathLst>
                <a:path h="2576115" w="1783640">
                  <a:moveTo>
                    <a:pt x="71603" y="0"/>
                  </a:moveTo>
                  <a:lnTo>
                    <a:pt x="1712036" y="0"/>
                  </a:lnTo>
                  <a:cubicBezTo>
                    <a:pt x="1751582" y="0"/>
                    <a:pt x="1783640" y="32058"/>
                    <a:pt x="1783640" y="71603"/>
                  </a:cubicBezTo>
                  <a:lnTo>
                    <a:pt x="1783640" y="2504512"/>
                  </a:lnTo>
                  <a:cubicBezTo>
                    <a:pt x="1783640" y="2544058"/>
                    <a:pt x="1751582" y="2576115"/>
                    <a:pt x="1712036" y="2576115"/>
                  </a:cubicBezTo>
                  <a:lnTo>
                    <a:pt x="71603" y="2576115"/>
                  </a:lnTo>
                  <a:cubicBezTo>
                    <a:pt x="32058" y="2576115"/>
                    <a:pt x="0" y="2544058"/>
                    <a:pt x="0" y="2504512"/>
                  </a:cubicBezTo>
                  <a:lnTo>
                    <a:pt x="0" y="71603"/>
                  </a:lnTo>
                  <a:cubicBezTo>
                    <a:pt x="0" y="32058"/>
                    <a:pt x="32058" y="0"/>
                    <a:pt x="7160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783640" cy="2614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781302" y="4528229"/>
            <a:ext cx="2702208" cy="3202617"/>
          </a:xfrm>
          <a:custGeom>
            <a:avLst/>
            <a:gdLst/>
            <a:ahLst/>
            <a:cxnLst/>
            <a:rect r="r" b="b" t="t" l="l"/>
            <a:pathLst>
              <a:path h="3202617" w="2702208">
                <a:moveTo>
                  <a:pt x="0" y="0"/>
                </a:moveTo>
                <a:lnTo>
                  <a:pt x="2702209" y="0"/>
                </a:lnTo>
                <a:lnTo>
                  <a:pt x="2702209" y="3202618"/>
                </a:lnTo>
                <a:lnTo>
                  <a:pt x="0" y="320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787428" y="7881500"/>
            <a:ext cx="2689958" cy="60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FRONT ENG.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130500" y="3883469"/>
            <a:ext cx="3351785" cy="4840992"/>
            <a:chOff x="0" y="0"/>
            <a:chExt cx="1783640" cy="25761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83640" cy="2576115"/>
            </a:xfrm>
            <a:custGeom>
              <a:avLst/>
              <a:gdLst/>
              <a:ahLst/>
              <a:cxnLst/>
              <a:rect r="r" b="b" t="t" l="l"/>
              <a:pathLst>
                <a:path h="2576115" w="1783640">
                  <a:moveTo>
                    <a:pt x="71603" y="0"/>
                  </a:moveTo>
                  <a:lnTo>
                    <a:pt x="1712036" y="0"/>
                  </a:lnTo>
                  <a:cubicBezTo>
                    <a:pt x="1751582" y="0"/>
                    <a:pt x="1783640" y="32058"/>
                    <a:pt x="1783640" y="71603"/>
                  </a:cubicBezTo>
                  <a:lnTo>
                    <a:pt x="1783640" y="2504512"/>
                  </a:lnTo>
                  <a:cubicBezTo>
                    <a:pt x="1783640" y="2544058"/>
                    <a:pt x="1751582" y="2576115"/>
                    <a:pt x="1712036" y="2576115"/>
                  </a:cubicBezTo>
                  <a:lnTo>
                    <a:pt x="71603" y="2576115"/>
                  </a:lnTo>
                  <a:cubicBezTo>
                    <a:pt x="32058" y="2576115"/>
                    <a:pt x="0" y="2544058"/>
                    <a:pt x="0" y="2504512"/>
                  </a:cubicBezTo>
                  <a:lnTo>
                    <a:pt x="0" y="71603"/>
                  </a:lnTo>
                  <a:cubicBezTo>
                    <a:pt x="0" y="32058"/>
                    <a:pt x="32058" y="0"/>
                    <a:pt x="7160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83640" cy="2614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455288" y="4528229"/>
            <a:ext cx="2702208" cy="3202617"/>
          </a:xfrm>
          <a:custGeom>
            <a:avLst/>
            <a:gdLst/>
            <a:ahLst/>
            <a:cxnLst/>
            <a:rect r="r" b="b" t="t" l="l"/>
            <a:pathLst>
              <a:path h="3202617" w="2702208">
                <a:moveTo>
                  <a:pt x="0" y="0"/>
                </a:moveTo>
                <a:lnTo>
                  <a:pt x="2702208" y="0"/>
                </a:lnTo>
                <a:lnTo>
                  <a:pt x="2702208" y="3202618"/>
                </a:lnTo>
                <a:lnTo>
                  <a:pt x="0" y="320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479225" y="7881500"/>
            <a:ext cx="654334" cy="60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PM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804485" y="3883469"/>
            <a:ext cx="3351785" cy="4840992"/>
            <a:chOff x="0" y="0"/>
            <a:chExt cx="1783640" cy="25761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83640" cy="2576115"/>
            </a:xfrm>
            <a:custGeom>
              <a:avLst/>
              <a:gdLst/>
              <a:ahLst/>
              <a:cxnLst/>
              <a:rect r="r" b="b" t="t" l="l"/>
              <a:pathLst>
                <a:path h="2576115" w="1783640">
                  <a:moveTo>
                    <a:pt x="71603" y="0"/>
                  </a:moveTo>
                  <a:lnTo>
                    <a:pt x="1712036" y="0"/>
                  </a:lnTo>
                  <a:cubicBezTo>
                    <a:pt x="1751582" y="0"/>
                    <a:pt x="1783640" y="32058"/>
                    <a:pt x="1783640" y="71603"/>
                  </a:cubicBezTo>
                  <a:lnTo>
                    <a:pt x="1783640" y="2504512"/>
                  </a:lnTo>
                  <a:cubicBezTo>
                    <a:pt x="1783640" y="2544058"/>
                    <a:pt x="1751582" y="2576115"/>
                    <a:pt x="1712036" y="2576115"/>
                  </a:cubicBezTo>
                  <a:lnTo>
                    <a:pt x="71603" y="2576115"/>
                  </a:lnTo>
                  <a:cubicBezTo>
                    <a:pt x="32058" y="2576115"/>
                    <a:pt x="0" y="2544058"/>
                    <a:pt x="0" y="2504512"/>
                  </a:cubicBezTo>
                  <a:lnTo>
                    <a:pt x="0" y="71603"/>
                  </a:lnTo>
                  <a:cubicBezTo>
                    <a:pt x="0" y="32058"/>
                    <a:pt x="32058" y="0"/>
                    <a:pt x="7160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783640" cy="2614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5129274" y="4528229"/>
            <a:ext cx="2702208" cy="3202617"/>
          </a:xfrm>
          <a:custGeom>
            <a:avLst/>
            <a:gdLst/>
            <a:ahLst/>
            <a:cxnLst/>
            <a:rect r="r" b="b" t="t" l="l"/>
            <a:pathLst>
              <a:path h="3202617" w="2702208">
                <a:moveTo>
                  <a:pt x="0" y="0"/>
                </a:moveTo>
                <a:lnTo>
                  <a:pt x="2702208" y="0"/>
                </a:lnTo>
                <a:lnTo>
                  <a:pt x="2702208" y="3202618"/>
                </a:lnTo>
                <a:lnTo>
                  <a:pt x="0" y="320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5571306" y="7881500"/>
            <a:ext cx="1818143" cy="60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DEVOPS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4518173" y="4119847"/>
            <a:ext cx="172004" cy="172004"/>
            <a:chOff x="0" y="0"/>
            <a:chExt cx="6350000" cy="635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043936" y="4119847"/>
            <a:ext cx="172004" cy="172004"/>
            <a:chOff x="0" y="0"/>
            <a:chExt cx="6350000" cy="6350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279493" y="4119847"/>
            <a:ext cx="172004" cy="172004"/>
            <a:chOff x="0" y="0"/>
            <a:chExt cx="6350000" cy="635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61665" y="4119847"/>
            <a:ext cx="172004" cy="172004"/>
            <a:chOff x="0" y="0"/>
            <a:chExt cx="6350000" cy="6350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787428" y="4119847"/>
            <a:ext cx="172004" cy="172004"/>
            <a:chOff x="0" y="0"/>
            <a:chExt cx="6350000" cy="6350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022985" y="4119847"/>
            <a:ext cx="172004" cy="172004"/>
            <a:chOff x="0" y="0"/>
            <a:chExt cx="6350000" cy="6350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929525" y="4119847"/>
            <a:ext cx="172004" cy="172004"/>
            <a:chOff x="0" y="0"/>
            <a:chExt cx="6350000" cy="6350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455288" y="4119847"/>
            <a:ext cx="172004" cy="172004"/>
            <a:chOff x="0" y="0"/>
            <a:chExt cx="6350000" cy="6350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690846" y="4119847"/>
            <a:ext cx="172004" cy="172004"/>
            <a:chOff x="0" y="0"/>
            <a:chExt cx="6350000" cy="6350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603511" y="4119847"/>
            <a:ext cx="172004" cy="172004"/>
            <a:chOff x="0" y="0"/>
            <a:chExt cx="6350000" cy="6350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129274" y="4119847"/>
            <a:ext cx="172004" cy="172004"/>
            <a:chOff x="0" y="0"/>
            <a:chExt cx="6350000" cy="6350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364831" y="4119847"/>
            <a:ext cx="172004" cy="172004"/>
            <a:chOff x="0" y="0"/>
            <a:chExt cx="6350000" cy="6350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466797" y="2894007"/>
            <a:ext cx="7792503" cy="6988535"/>
            <a:chOff x="0" y="0"/>
            <a:chExt cx="3380765" cy="3031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80765" cy="3031965"/>
            </a:xfrm>
            <a:custGeom>
              <a:avLst/>
              <a:gdLst/>
              <a:ahLst/>
              <a:cxnLst/>
              <a:rect r="r" b="b" t="t" l="l"/>
              <a:pathLst>
                <a:path h="3031965" w="3380765">
                  <a:moveTo>
                    <a:pt x="30799" y="0"/>
                  </a:moveTo>
                  <a:lnTo>
                    <a:pt x="3349966" y="0"/>
                  </a:lnTo>
                  <a:cubicBezTo>
                    <a:pt x="3366975" y="0"/>
                    <a:pt x="3380765" y="13789"/>
                    <a:pt x="3380765" y="30799"/>
                  </a:cubicBezTo>
                  <a:lnTo>
                    <a:pt x="3380765" y="3001166"/>
                  </a:lnTo>
                  <a:cubicBezTo>
                    <a:pt x="3380765" y="3009334"/>
                    <a:pt x="3377520" y="3017168"/>
                    <a:pt x="3371744" y="3022944"/>
                  </a:cubicBezTo>
                  <a:cubicBezTo>
                    <a:pt x="3365968" y="3028720"/>
                    <a:pt x="3358134" y="3031965"/>
                    <a:pt x="3349966" y="3031965"/>
                  </a:cubicBezTo>
                  <a:lnTo>
                    <a:pt x="30799" y="3031965"/>
                  </a:lnTo>
                  <a:cubicBezTo>
                    <a:pt x="22630" y="3031965"/>
                    <a:pt x="14797" y="3028720"/>
                    <a:pt x="9021" y="3022944"/>
                  </a:cubicBezTo>
                  <a:cubicBezTo>
                    <a:pt x="3245" y="3017168"/>
                    <a:pt x="0" y="3009334"/>
                    <a:pt x="0" y="3001166"/>
                  </a:cubicBezTo>
                  <a:lnTo>
                    <a:pt x="0" y="30799"/>
                  </a:lnTo>
                  <a:cubicBezTo>
                    <a:pt x="0" y="22630"/>
                    <a:pt x="3245" y="14797"/>
                    <a:pt x="9021" y="9021"/>
                  </a:cubicBezTo>
                  <a:cubicBezTo>
                    <a:pt x="14797" y="3245"/>
                    <a:pt x="22630" y="0"/>
                    <a:pt x="307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80765" cy="3070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168490" y="748193"/>
            <a:ext cx="6596613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libraries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16515" y="3204637"/>
            <a:ext cx="210976" cy="210976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192225" y="3204637"/>
            <a:ext cx="210976" cy="210976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5934" y="2894007"/>
            <a:ext cx="8034602" cy="6988535"/>
            <a:chOff x="0" y="0"/>
            <a:chExt cx="3485799" cy="30319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85799" cy="3031965"/>
            </a:xfrm>
            <a:custGeom>
              <a:avLst/>
              <a:gdLst/>
              <a:ahLst/>
              <a:cxnLst/>
              <a:rect r="r" b="b" t="t" l="l"/>
              <a:pathLst>
                <a:path h="3031965" w="3485799">
                  <a:moveTo>
                    <a:pt x="29871" y="0"/>
                  </a:moveTo>
                  <a:lnTo>
                    <a:pt x="3455928" y="0"/>
                  </a:lnTo>
                  <a:cubicBezTo>
                    <a:pt x="3472425" y="0"/>
                    <a:pt x="3485799" y="13374"/>
                    <a:pt x="3485799" y="29871"/>
                  </a:cubicBezTo>
                  <a:lnTo>
                    <a:pt x="3485799" y="3002094"/>
                  </a:lnTo>
                  <a:cubicBezTo>
                    <a:pt x="3485799" y="3010016"/>
                    <a:pt x="3482652" y="3017614"/>
                    <a:pt x="3477050" y="3023216"/>
                  </a:cubicBezTo>
                  <a:cubicBezTo>
                    <a:pt x="3471448" y="3028817"/>
                    <a:pt x="3463850" y="3031965"/>
                    <a:pt x="3455928" y="3031965"/>
                  </a:cubicBezTo>
                  <a:lnTo>
                    <a:pt x="29871" y="3031965"/>
                  </a:lnTo>
                  <a:cubicBezTo>
                    <a:pt x="21949" y="3031965"/>
                    <a:pt x="14351" y="3028817"/>
                    <a:pt x="8749" y="3023216"/>
                  </a:cubicBezTo>
                  <a:cubicBezTo>
                    <a:pt x="3147" y="3017614"/>
                    <a:pt x="0" y="3010016"/>
                    <a:pt x="0" y="3002094"/>
                  </a:cubicBezTo>
                  <a:lnTo>
                    <a:pt x="0" y="29871"/>
                  </a:lnTo>
                  <a:cubicBezTo>
                    <a:pt x="0" y="21949"/>
                    <a:pt x="3147" y="14351"/>
                    <a:pt x="8749" y="8749"/>
                  </a:cubicBezTo>
                  <a:cubicBezTo>
                    <a:pt x="14351" y="3147"/>
                    <a:pt x="21949" y="0"/>
                    <a:pt x="29871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485799" cy="3070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4258" y="3204637"/>
            <a:ext cx="210976" cy="210976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29968" y="3204637"/>
            <a:ext cx="210976" cy="210976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04549" y="3204637"/>
            <a:ext cx="210976" cy="210976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66806" y="3204637"/>
            <a:ext cx="210976" cy="210976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176389" y="3099862"/>
            <a:ext cx="2753692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built-in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40128" y="3099862"/>
            <a:ext cx="3045842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7133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external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13161" y="4949928"/>
            <a:ext cx="3699775" cy="70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1"/>
              </a:lnSpc>
            </a:pPr>
            <a:r>
              <a:rPr lang="en-US" sz="412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pytest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98864" y="4940403"/>
            <a:ext cx="2753692" cy="376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26494" indent="-463247" lvl="1">
              <a:lnSpc>
                <a:spcPts val="6007"/>
              </a:lnSpc>
              <a:buFont typeface="Arial"/>
              <a:buChar char="•"/>
            </a:pPr>
            <a:r>
              <a:rPr lang="en-US" sz="4291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sys</a:t>
            </a:r>
          </a:p>
          <a:p>
            <a:pPr algn="ctr" marL="926494" indent="-463247" lvl="1">
              <a:lnSpc>
                <a:spcPts val="6007"/>
              </a:lnSpc>
              <a:buFont typeface="Arial"/>
              <a:buChar char="•"/>
            </a:pPr>
            <a:r>
              <a:rPr lang="en-US" sz="4291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os</a:t>
            </a:r>
          </a:p>
          <a:p>
            <a:pPr algn="ctr" marL="926494" indent="-463247" lvl="1">
              <a:lnSpc>
                <a:spcPts val="6007"/>
              </a:lnSpc>
              <a:buFont typeface="Arial"/>
              <a:buChar char="•"/>
            </a:pPr>
            <a:r>
              <a:rPr lang="en-US" sz="4291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pathlib</a:t>
            </a:r>
          </a:p>
          <a:p>
            <a:pPr algn="ctr" marL="926494" indent="-463247" lvl="1">
              <a:lnSpc>
                <a:spcPts val="6007"/>
              </a:lnSpc>
              <a:buFont typeface="Arial"/>
              <a:buChar char="•"/>
            </a:pPr>
            <a:r>
              <a:rPr lang="en-US" sz="4291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shutil</a:t>
            </a:r>
          </a:p>
          <a:p>
            <a:pPr algn="ctr" marL="926494" indent="-463247" lvl="1">
              <a:lnSpc>
                <a:spcPts val="6007"/>
              </a:lnSpc>
              <a:buFont typeface="Arial"/>
              <a:buChar char="•"/>
            </a:pPr>
            <a:r>
              <a:rPr lang="en-US" sz="4291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tkinter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59960" y="879359"/>
            <a:ext cx="4624069" cy="8081642"/>
            <a:chOff x="0" y="0"/>
            <a:chExt cx="2744378" cy="47964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4378" cy="4796443"/>
            </a:xfrm>
            <a:custGeom>
              <a:avLst/>
              <a:gdLst/>
              <a:ahLst/>
              <a:cxnLst/>
              <a:rect r="r" b="b" t="t" l="l"/>
              <a:pathLst>
                <a:path h="4796443" w="2744378">
                  <a:moveTo>
                    <a:pt x="28463" y="0"/>
                  </a:moveTo>
                  <a:lnTo>
                    <a:pt x="2715916" y="0"/>
                  </a:lnTo>
                  <a:cubicBezTo>
                    <a:pt x="2723464" y="0"/>
                    <a:pt x="2730704" y="2999"/>
                    <a:pt x="2736042" y="8336"/>
                  </a:cubicBezTo>
                  <a:cubicBezTo>
                    <a:pt x="2741380" y="13674"/>
                    <a:pt x="2744378" y="20914"/>
                    <a:pt x="2744378" y="28463"/>
                  </a:cubicBezTo>
                  <a:lnTo>
                    <a:pt x="2744378" y="4767980"/>
                  </a:lnTo>
                  <a:cubicBezTo>
                    <a:pt x="2744378" y="4775529"/>
                    <a:pt x="2741380" y="4782769"/>
                    <a:pt x="2736042" y="4788107"/>
                  </a:cubicBezTo>
                  <a:cubicBezTo>
                    <a:pt x="2730704" y="4793444"/>
                    <a:pt x="2723464" y="4796443"/>
                    <a:pt x="2715916" y="4796443"/>
                  </a:cubicBezTo>
                  <a:lnTo>
                    <a:pt x="28463" y="4796443"/>
                  </a:lnTo>
                  <a:cubicBezTo>
                    <a:pt x="20914" y="4796443"/>
                    <a:pt x="13674" y="4793444"/>
                    <a:pt x="8336" y="4788107"/>
                  </a:cubicBezTo>
                  <a:cubicBezTo>
                    <a:pt x="2999" y="4782769"/>
                    <a:pt x="0" y="4775529"/>
                    <a:pt x="0" y="4767980"/>
                  </a:cubicBezTo>
                  <a:lnTo>
                    <a:pt x="0" y="28463"/>
                  </a:lnTo>
                  <a:cubicBezTo>
                    <a:pt x="0" y="20914"/>
                    <a:pt x="2999" y="13674"/>
                    <a:pt x="8336" y="8336"/>
                  </a:cubicBezTo>
                  <a:cubicBezTo>
                    <a:pt x="13674" y="2999"/>
                    <a:pt x="20914" y="0"/>
                    <a:pt x="28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4378" cy="483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61744" y="1088077"/>
            <a:ext cx="154224" cy="15422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63288" y="1088077"/>
            <a:ext cx="154224" cy="15422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64008" y="1088077"/>
            <a:ext cx="154224" cy="15422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61744" y="1895514"/>
            <a:ext cx="4036198" cy="6777598"/>
            <a:chOff x="0" y="0"/>
            <a:chExt cx="729766" cy="1225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9766" cy="1225425"/>
            </a:xfrm>
            <a:custGeom>
              <a:avLst/>
              <a:gdLst/>
              <a:ahLst/>
              <a:cxnLst/>
              <a:rect r="r" b="b" t="t" l="l"/>
              <a:pathLst>
                <a:path h="1225425" w="729766">
                  <a:moveTo>
                    <a:pt x="21099" y="0"/>
                  </a:moveTo>
                  <a:lnTo>
                    <a:pt x="708666" y="0"/>
                  </a:lnTo>
                  <a:cubicBezTo>
                    <a:pt x="714262" y="0"/>
                    <a:pt x="719629" y="2223"/>
                    <a:pt x="723586" y="6180"/>
                  </a:cubicBezTo>
                  <a:cubicBezTo>
                    <a:pt x="727543" y="10137"/>
                    <a:pt x="729766" y="15503"/>
                    <a:pt x="729766" y="21099"/>
                  </a:cubicBezTo>
                  <a:lnTo>
                    <a:pt x="729766" y="1204326"/>
                  </a:lnTo>
                  <a:cubicBezTo>
                    <a:pt x="729766" y="1215978"/>
                    <a:pt x="720319" y="1225425"/>
                    <a:pt x="708666" y="1225425"/>
                  </a:cubicBezTo>
                  <a:lnTo>
                    <a:pt x="21099" y="1225425"/>
                  </a:lnTo>
                  <a:cubicBezTo>
                    <a:pt x="15503" y="1225425"/>
                    <a:pt x="10137" y="1223202"/>
                    <a:pt x="6180" y="1219245"/>
                  </a:cubicBezTo>
                  <a:cubicBezTo>
                    <a:pt x="2223" y="1215288"/>
                    <a:pt x="0" y="1209922"/>
                    <a:pt x="0" y="1204326"/>
                  </a:cubicBezTo>
                  <a:lnTo>
                    <a:pt x="0" y="21099"/>
                  </a:lnTo>
                  <a:cubicBezTo>
                    <a:pt x="0" y="15503"/>
                    <a:pt x="2223" y="10137"/>
                    <a:pt x="6180" y="6180"/>
                  </a:cubicBezTo>
                  <a:cubicBezTo>
                    <a:pt x="10137" y="2223"/>
                    <a:pt x="15503" y="0"/>
                    <a:pt x="2109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2" r="0" b="-12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51771" y="4350010"/>
            <a:ext cx="6842606" cy="105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7813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structure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88476" y="4045798"/>
            <a:ext cx="7619118" cy="4939426"/>
            <a:chOff x="0" y="0"/>
            <a:chExt cx="2744378" cy="17791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17274" y="0"/>
                  </a:moveTo>
                  <a:lnTo>
                    <a:pt x="2727104" y="0"/>
                  </a:lnTo>
                  <a:cubicBezTo>
                    <a:pt x="2731686" y="0"/>
                    <a:pt x="2736079" y="1820"/>
                    <a:pt x="2739319" y="5059"/>
                  </a:cubicBezTo>
                  <a:cubicBezTo>
                    <a:pt x="2742558" y="8299"/>
                    <a:pt x="2744378" y="12693"/>
                    <a:pt x="2744378" y="17274"/>
                  </a:cubicBezTo>
                  <a:lnTo>
                    <a:pt x="2744378" y="1761889"/>
                  </a:lnTo>
                  <a:cubicBezTo>
                    <a:pt x="2744378" y="1766470"/>
                    <a:pt x="2742558" y="1770864"/>
                    <a:pt x="2739319" y="1774104"/>
                  </a:cubicBezTo>
                  <a:cubicBezTo>
                    <a:pt x="2736079" y="1777343"/>
                    <a:pt x="2731686" y="1779163"/>
                    <a:pt x="2727104" y="1779163"/>
                  </a:cubicBezTo>
                  <a:lnTo>
                    <a:pt x="17274" y="1779163"/>
                  </a:lnTo>
                  <a:cubicBezTo>
                    <a:pt x="12693" y="1779163"/>
                    <a:pt x="8299" y="1777343"/>
                    <a:pt x="5059" y="1774104"/>
                  </a:cubicBezTo>
                  <a:cubicBezTo>
                    <a:pt x="1820" y="1770864"/>
                    <a:pt x="0" y="1766470"/>
                    <a:pt x="0" y="1761889"/>
                  </a:cubicBezTo>
                  <a:lnTo>
                    <a:pt x="0" y="17274"/>
                  </a:lnTo>
                  <a:cubicBezTo>
                    <a:pt x="0" y="12693"/>
                    <a:pt x="1820" y="8299"/>
                    <a:pt x="5059" y="5059"/>
                  </a:cubicBezTo>
                  <a:cubicBezTo>
                    <a:pt x="8299" y="1820"/>
                    <a:pt x="12693" y="0"/>
                    <a:pt x="17274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5412" y="4475004"/>
            <a:ext cx="254116" cy="25411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0545" y="4475004"/>
            <a:ext cx="254116" cy="254116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58961" y="4475004"/>
            <a:ext cx="254116" cy="254116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25412" y="5088440"/>
            <a:ext cx="6904375" cy="3572671"/>
            <a:chOff x="0" y="0"/>
            <a:chExt cx="729766" cy="3776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9766" cy="377618"/>
            </a:xfrm>
            <a:custGeom>
              <a:avLst/>
              <a:gdLst/>
              <a:ahLst/>
              <a:cxnLst/>
              <a:rect r="r" b="b" t="t" l="l"/>
              <a:pathLst>
                <a:path h="377618" w="729766">
                  <a:moveTo>
                    <a:pt x="12334" y="0"/>
                  </a:moveTo>
                  <a:lnTo>
                    <a:pt x="717431" y="0"/>
                  </a:lnTo>
                  <a:cubicBezTo>
                    <a:pt x="724243" y="0"/>
                    <a:pt x="729766" y="5522"/>
                    <a:pt x="729766" y="12334"/>
                  </a:cubicBezTo>
                  <a:lnTo>
                    <a:pt x="729766" y="365283"/>
                  </a:lnTo>
                  <a:cubicBezTo>
                    <a:pt x="729766" y="372095"/>
                    <a:pt x="724243" y="377618"/>
                    <a:pt x="717431" y="377618"/>
                  </a:cubicBezTo>
                  <a:lnTo>
                    <a:pt x="12334" y="377618"/>
                  </a:lnTo>
                  <a:cubicBezTo>
                    <a:pt x="5522" y="377618"/>
                    <a:pt x="0" y="372095"/>
                    <a:pt x="0" y="365283"/>
                  </a:cubicBezTo>
                  <a:lnTo>
                    <a:pt x="0" y="12334"/>
                  </a:lnTo>
                  <a:cubicBezTo>
                    <a:pt x="0" y="5522"/>
                    <a:pt x="5522" y="0"/>
                    <a:pt x="1233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6" r="0" b="-24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47091" y="2659456"/>
            <a:ext cx="7160502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entry point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876250" y="2634230"/>
            <a:ext cx="172440" cy="17244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021496" y="1028700"/>
            <a:ext cx="9881948" cy="7968828"/>
            <a:chOff x="0" y="0"/>
            <a:chExt cx="5158901" cy="41601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8901" cy="4160151"/>
            </a:xfrm>
            <a:custGeom>
              <a:avLst/>
              <a:gdLst/>
              <a:ahLst/>
              <a:cxnLst/>
              <a:rect r="r" b="b" t="t" l="l"/>
              <a:pathLst>
                <a:path h="4160151" w="5158901">
                  <a:moveTo>
                    <a:pt x="13318" y="0"/>
                  </a:moveTo>
                  <a:lnTo>
                    <a:pt x="5145582" y="0"/>
                  </a:lnTo>
                  <a:cubicBezTo>
                    <a:pt x="5152938" y="0"/>
                    <a:pt x="5158901" y="5963"/>
                    <a:pt x="5158901" y="13318"/>
                  </a:cubicBezTo>
                  <a:lnTo>
                    <a:pt x="5158901" y="4146832"/>
                  </a:lnTo>
                  <a:cubicBezTo>
                    <a:pt x="5158901" y="4154188"/>
                    <a:pt x="5152938" y="4160151"/>
                    <a:pt x="5145582" y="4160151"/>
                  </a:cubicBezTo>
                  <a:lnTo>
                    <a:pt x="13318" y="4160151"/>
                  </a:lnTo>
                  <a:cubicBezTo>
                    <a:pt x="5963" y="4160151"/>
                    <a:pt x="0" y="4154188"/>
                    <a:pt x="0" y="4146832"/>
                  </a:cubicBezTo>
                  <a:lnTo>
                    <a:pt x="0" y="13318"/>
                  </a:lnTo>
                  <a:cubicBezTo>
                    <a:pt x="0" y="5963"/>
                    <a:pt x="5963" y="0"/>
                    <a:pt x="133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158901" cy="4198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375761" y="2325813"/>
            <a:ext cx="175330" cy="144538"/>
            <a:chOff x="0" y="0"/>
            <a:chExt cx="6350000" cy="52347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234777"/>
            </a:xfrm>
            <a:custGeom>
              <a:avLst/>
              <a:gdLst/>
              <a:ahLst/>
              <a:cxnLst/>
              <a:rect r="r" b="b" t="t" l="l"/>
              <a:pathLst>
                <a:path h="5234777" w="6350000">
                  <a:moveTo>
                    <a:pt x="3175000" y="0"/>
                  </a:moveTo>
                  <a:cubicBezTo>
                    <a:pt x="1421496" y="0"/>
                    <a:pt x="0" y="1171845"/>
                    <a:pt x="0" y="2617389"/>
                  </a:cubicBezTo>
                  <a:cubicBezTo>
                    <a:pt x="0" y="4062933"/>
                    <a:pt x="1421496" y="5234777"/>
                    <a:pt x="3175000" y="5234777"/>
                  </a:cubicBezTo>
                  <a:cubicBezTo>
                    <a:pt x="4928504" y="5234777"/>
                    <a:pt x="6350000" y="4062933"/>
                    <a:pt x="6350000" y="2617389"/>
                  </a:cubicBezTo>
                  <a:cubicBezTo>
                    <a:pt x="6350000" y="117184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604888" y="2325813"/>
            <a:ext cx="175330" cy="144538"/>
            <a:chOff x="0" y="0"/>
            <a:chExt cx="6350000" cy="5234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234777"/>
            </a:xfrm>
            <a:custGeom>
              <a:avLst/>
              <a:gdLst/>
              <a:ahLst/>
              <a:cxnLst/>
              <a:rect r="r" b="b" t="t" l="l"/>
              <a:pathLst>
                <a:path h="5234777" w="6350000">
                  <a:moveTo>
                    <a:pt x="3175000" y="0"/>
                  </a:moveTo>
                  <a:cubicBezTo>
                    <a:pt x="1421496" y="0"/>
                    <a:pt x="0" y="1171845"/>
                    <a:pt x="0" y="2617389"/>
                  </a:cubicBezTo>
                  <a:cubicBezTo>
                    <a:pt x="0" y="4062933"/>
                    <a:pt x="1421496" y="5234777"/>
                    <a:pt x="3175000" y="5234777"/>
                  </a:cubicBezTo>
                  <a:cubicBezTo>
                    <a:pt x="4928504" y="5234777"/>
                    <a:pt x="6350000" y="4062933"/>
                    <a:pt x="6350000" y="2617389"/>
                  </a:cubicBezTo>
                  <a:cubicBezTo>
                    <a:pt x="6350000" y="117184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33077" y="2325813"/>
            <a:ext cx="175330" cy="144538"/>
            <a:chOff x="0" y="0"/>
            <a:chExt cx="6350000" cy="52347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5234777"/>
            </a:xfrm>
            <a:custGeom>
              <a:avLst/>
              <a:gdLst/>
              <a:ahLst/>
              <a:cxnLst/>
              <a:rect r="r" b="b" t="t" l="l"/>
              <a:pathLst>
                <a:path h="5234777" w="6350000">
                  <a:moveTo>
                    <a:pt x="3175000" y="0"/>
                  </a:moveTo>
                  <a:cubicBezTo>
                    <a:pt x="1421496" y="0"/>
                    <a:pt x="0" y="1171845"/>
                    <a:pt x="0" y="2617389"/>
                  </a:cubicBezTo>
                  <a:cubicBezTo>
                    <a:pt x="0" y="4062933"/>
                    <a:pt x="1421496" y="5234777"/>
                    <a:pt x="3175000" y="5234777"/>
                  </a:cubicBezTo>
                  <a:cubicBezTo>
                    <a:pt x="4928504" y="5234777"/>
                    <a:pt x="6350000" y="4062933"/>
                    <a:pt x="6350000" y="2617389"/>
                  </a:cubicBezTo>
                  <a:cubicBezTo>
                    <a:pt x="6350000" y="117184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334065" y="1725765"/>
            <a:ext cx="9422497" cy="7064069"/>
            <a:chOff x="0" y="0"/>
            <a:chExt cx="1036030" cy="7767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6029" cy="776714"/>
            </a:xfrm>
            <a:custGeom>
              <a:avLst/>
              <a:gdLst/>
              <a:ahLst/>
              <a:cxnLst/>
              <a:rect r="r" b="b" t="t" l="l"/>
              <a:pathLst>
                <a:path h="776714" w="1036029">
                  <a:moveTo>
                    <a:pt x="9038" y="0"/>
                  </a:moveTo>
                  <a:lnTo>
                    <a:pt x="1026991" y="0"/>
                  </a:lnTo>
                  <a:cubicBezTo>
                    <a:pt x="1031983" y="0"/>
                    <a:pt x="1036029" y="4046"/>
                    <a:pt x="1036029" y="9038"/>
                  </a:cubicBezTo>
                  <a:lnTo>
                    <a:pt x="1036029" y="767676"/>
                  </a:lnTo>
                  <a:cubicBezTo>
                    <a:pt x="1036029" y="770073"/>
                    <a:pt x="1035077" y="772372"/>
                    <a:pt x="1033382" y="774067"/>
                  </a:cubicBezTo>
                  <a:cubicBezTo>
                    <a:pt x="1031687" y="775762"/>
                    <a:pt x="1029389" y="776714"/>
                    <a:pt x="1026991" y="776714"/>
                  </a:cubicBezTo>
                  <a:lnTo>
                    <a:pt x="9038" y="776714"/>
                  </a:lnTo>
                  <a:cubicBezTo>
                    <a:pt x="4046" y="776714"/>
                    <a:pt x="0" y="772667"/>
                    <a:pt x="0" y="767676"/>
                  </a:cubicBezTo>
                  <a:lnTo>
                    <a:pt x="0" y="9038"/>
                  </a:lnTo>
                  <a:cubicBezTo>
                    <a:pt x="0" y="4046"/>
                    <a:pt x="4046" y="0"/>
                    <a:pt x="90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86" r="0" b="-18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31581" y="3576837"/>
            <a:ext cx="7160502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cli part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110927" y="6209895"/>
            <a:ext cx="190900" cy="19090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63646" y="1258117"/>
            <a:ext cx="8548826" cy="6991707"/>
            <a:chOff x="0" y="0"/>
            <a:chExt cx="3864396" cy="31605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64396" cy="3160519"/>
            </a:xfrm>
            <a:custGeom>
              <a:avLst/>
              <a:gdLst/>
              <a:ahLst/>
              <a:cxnLst/>
              <a:rect r="r" b="b" t="t" l="l"/>
              <a:pathLst>
                <a:path h="3160519" w="3864396">
                  <a:moveTo>
                    <a:pt x="15395" y="0"/>
                  </a:moveTo>
                  <a:lnTo>
                    <a:pt x="3849001" y="0"/>
                  </a:lnTo>
                  <a:cubicBezTo>
                    <a:pt x="3853084" y="0"/>
                    <a:pt x="3857000" y="1622"/>
                    <a:pt x="3859887" y="4509"/>
                  </a:cubicBezTo>
                  <a:cubicBezTo>
                    <a:pt x="3862774" y="7396"/>
                    <a:pt x="3864396" y="11312"/>
                    <a:pt x="3864396" y="15395"/>
                  </a:cubicBezTo>
                  <a:lnTo>
                    <a:pt x="3864396" y="3145124"/>
                  </a:lnTo>
                  <a:cubicBezTo>
                    <a:pt x="3864396" y="3149207"/>
                    <a:pt x="3862774" y="3153122"/>
                    <a:pt x="3859887" y="3156010"/>
                  </a:cubicBezTo>
                  <a:cubicBezTo>
                    <a:pt x="3857000" y="3158897"/>
                    <a:pt x="3853084" y="3160519"/>
                    <a:pt x="3849001" y="3160519"/>
                  </a:cubicBezTo>
                  <a:lnTo>
                    <a:pt x="15395" y="3160519"/>
                  </a:lnTo>
                  <a:cubicBezTo>
                    <a:pt x="11312" y="3160519"/>
                    <a:pt x="7396" y="3158897"/>
                    <a:pt x="4509" y="3156010"/>
                  </a:cubicBezTo>
                  <a:cubicBezTo>
                    <a:pt x="1622" y="3153122"/>
                    <a:pt x="0" y="3149207"/>
                    <a:pt x="0" y="3145124"/>
                  </a:cubicBezTo>
                  <a:lnTo>
                    <a:pt x="0" y="15395"/>
                  </a:lnTo>
                  <a:cubicBezTo>
                    <a:pt x="0" y="11312"/>
                    <a:pt x="1622" y="7396"/>
                    <a:pt x="4509" y="4509"/>
                  </a:cubicBezTo>
                  <a:cubicBezTo>
                    <a:pt x="7396" y="1622"/>
                    <a:pt x="11312" y="0"/>
                    <a:pt x="15395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64396" cy="3198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683" y="1409420"/>
            <a:ext cx="202486" cy="202486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43299" y="1409420"/>
            <a:ext cx="202486" cy="202486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06831" y="1409420"/>
            <a:ext cx="202486" cy="202486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778683" y="1880912"/>
            <a:ext cx="8105002" cy="6175059"/>
            <a:chOff x="0" y="0"/>
            <a:chExt cx="729766" cy="5559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9766" cy="555996"/>
            </a:xfrm>
            <a:custGeom>
              <a:avLst/>
              <a:gdLst/>
              <a:ahLst/>
              <a:cxnLst/>
              <a:rect r="r" b="b" t="t" l="l"/>
              <a:pathLst>
                <a:path h="555996" w="729766">
                  <a:moveTo>
                    <a:pt x="10507" y="0"/>
                  </a:moveTo>
                  <a:lnTo>
                    <a:pt x="719258" y="0"/>
                  </a:lnTo>
                  <a:cubicBezTo>
                    <a:pt x="722045" y="0"/>
                    <a:pt x="724718" y="1107"/>
                    <a:pt x="726688" y="3077"/>
                  </a:cubicBezTo>
                  <a:cubicBezTo>
                    <a:pt x="728659" y="5048"/>
                    <a:pt x="729766" y="7721"/>
                    <a:pt x="729766" y="10507"/>
                  </a:cubicBezTo>
                  <a:lnTo>
                    <a:pt x="729766" y="545488"/>
                  </a:lnTo>
                  <a:cubicBezTo>
                    <a:pt x="729766" y="548275"/>
                    <a:pt x="728659" y="550948"/>
                    <a:pt x="726688" y="552918"/>
                  </a:cubicBezTo>
                  <a:cubicBezTo>
                    <a:pt x="724718" y="554889"/>
                    <a:pt x="722045" y="555996"/>
                    <a:pt x="719258" y="555996"/>
                  </a:cubicBezTo>
                  <a:lnTo>
                    <a:pt x="10507" y="555996"/>
                  </a:lnTo>
                  <a:cubicBezTo>
                    <a:pt x="7721" y="555996"/>
                    <a:pt x="5048" y="554889"/>
                    <a:pt x="3077" y="552918"/>
                  </a:cubicBezTo>
                  <a:cubicBezTo>
                    <a:pt x="1107" y="550948"/>
                    <a:pt x="0" y="548275"/>
                    <a:pt x="0" y="545488"/>
                  </a:cubicBezTo>
                  <a:lnTo>
                    <a:pt x="0" y="10507"/>
                  </a:lnTo>
                  <a:cubicBezTo>
                    <a:pt x="0" y="7721"/>
                    <a:pt x="1107" y="5048"/>
                    <a:pt x="3077" y="3077"/>
                  </a:cubicBezTo>
                  <a:cubicBezTo>
                    <a:pt x="5048" y="1107"/>
                    <a:pt x="7721" y="0"/>
                    <a:pt x="1050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8" r="0" b="-5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4753971"/>
            <a:ext cx="5906827" cy="3197481"/>
            <a:chOff x="0" y="0"/>
            <a:chExt cx="3864396" cy="20918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64396" cy="2091873"/>
            </a:xfrm>
            <a:custGeom>
              <a:avLst/>
              <a:gdLst/>
              <a:ahLst/>
              <a:cxnLst/>
              <a:rect r="r" b="b" t="t" l="l"/>
              <a:pathLst>
                <a:path h="2091873" w="3864396">
                  <a:moveTo>
                    <a:pt x="22281" y="0"/>
                  </a:moveTo>
                  <a:lnTo>
                    <a:pt x="3842115" y="0"/>
                  </a:lnTo>
                  <a:cubicBezTo>
                    <a:pt x="3848024" y="0"/>
                    <a:pt x="3853692" y="2348"/>
                    <a:pt x="3857870" y="6526"/>
                  </a:cubicBezTo>
                  <a:cubicBezTo>
                    <a:pt x="3862049" y="10705"/>
                    <a:pt x="3864396" y="16372"/>
                    <a:pt x="3864396" y="22281"/>
                  </a:cubicBezTo>
                  <a:lnTo>
                    <a:pt x="3864396" y="2069592"/>
                  </a:lnTo>
                  <a:cubicBezTo>
                    <a:pt x="3864396" y="2081898"/>
                    <a:pt x="3854421" y="2091873"/>
                    <a:pt x="3842115" y="2091873"/>
                  </a:cubicBezTo>
                  <a:lnTo>
                    <a:pt x="22281" y="2091873"/>
                  </a:lnTo>
                  <a:cubicBezTo>
                    <a:pt x="9976" y="2091873"/>
                    <a:pt x="0" y="2081898"/>
                    <a:pt x="0" y="2069592"/>
                  </a:cubicBezTo>
                  <a:lnTo>
                    <a:pt x="0" y="22281"/>
                  </a:lnTo>
                  <a:cubicBezTo>
                    <a:pt x="0" y="9976"/>
                    <a:pt x="9976" y="0"/>
                    <a:pt x="22281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64396" cy="2129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7280" y="4858514"/>
            <a:ext cx="139908" cy="139908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60116" y="4858514"/>
            <a:ext cx="139908" cy="139908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42204" y="4858514"/>
            <a:ext cx="139908" cy="139908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76338" y="5255972"/>
            <a:ext cx="5533825" cy="2460644"/>
            <a:chOff x="0" y="0"/>
            <a:chExt cx="1250397" cy="5559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0397" cy="555996"/>
            </a:xfrm>
            <a:custGeom>
              <a:avLst/>
              <a:gdLst/>
              <a:ahLst/>
              <a:cxnLst/>
              <a:rect r="r" b="b" t="t" l="l"/>
              <a:pathLst>
                <a:path h="555996" w="1250397">
                  <a:moveTo>
                    <a:pt x="15389" y="0"/>
                  </a:moveTo>
                  <a:lnTo>
                    <a:pt x="1235008" y="0"/>
                  </a:lnTo>
                  <a:cubicBezTo>
                    <a:pt x="1243507" y="0"/>
                    <a:pt x="1250397" y="6890"/>
                    <a:pt x="1250397" y="15389"/>
                  </a:cubicBezTo>
                  <a:lnTo>
                    <a:pt x="1250397" y="540606"/>
                  </a:lnTo>
                  <a:cubicBezTo>
                    <a:pt x="1250397" y="544688"/>
                    <a:pt x="1248776" y="548602"/>
                    <a:pt x="1245890" y="551488"/>
                  </a:cubicBezTo>
                  <a:cubicBezTo>
                    <a:pt x="1243004" y="554374"/>
                    <a:pt x="1239090" y="555996"/>
                    <a:pt x="1235008" y="555996"/>
                  </a:cubicBezTo>
                  <a:lnTo>
                    <a:pt x="15389" y="555996"/>
                  </a:lnTo>
                  <a:cubicBezTo>
                    <a:pt x="11308" y="555996"/>
                    <a:pt x="7393" y="554374"/>
                    <a:pt x="4507" y="551488"/>
                  </a:cubicBezTo>
                  <a:cubicBezTo>
                    <a:pt x="1621" y="548602"/>
                    <a:pt x="0" y="544688"/>
                    <a:pt x="0" y="540606"/>
                  </a:cubicBezTo>
                  <a:lnTo>
                    <a:pt x="0" y="15389"/>
                  </a:lnTo>
                  <a:cubicBezTo>
                    <a:pt x="0" y="11308"/>
                    <a:pt x="1621" y="7393"/>
                    <a:pt x="4507" y="4507"/>
                  </a:cubicBezTo>
                  <a:cubicBezTo>
                    <a:pt x="7393" y="1621"/>
                    <a:pt x="11308" y="0"/>
                    <a:pt x="15389" y="0"/>
                  </a:cubicBezTo>
                  <a:close/>
                </a:path>
              </a:pathLst>
            </a:custGeom>
            <a:blipFill>
              <a:blip r:embed="rId5"/>
              <a:stretch>
                <a:fillRect l="-219" t="0" r="-219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542204" y="1881221"/>
            <a:ext cx="4802093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category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677" y="1574340"/>
            <a:ext cx="11211270" cy="6556785"/>
            <a:chOff x="0" y="0"/>
            <a:chExt cx="4366420" cy="25536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66420" cy="2553651"/>
            </a:xfrm>
            <a:custGeom>
              <a:avLst/>
              <a:gdLst/>
              <a:ahLst/>
              <a:cxnLst/>
              <a:rect r="r" b="b" t="t" l="l"/>
              <a:pathLst>
                <a:path h="2553651" w="4366420">
                  <a:moveTo>
                    <a:pt x="11739" y="0"/>
                  </a:moveTo>
                  <a:lnTo>
                    <a:pt x="4354681" y="0"/>
                  </a:lnTo>
                  <a:cubicBezTo>
                    <a:pt x="4361164" y="0"/>
                    <a:pt x="4366420" y="5256"/>
                    <a:pt x="4366420" y="11739"/>
                  </a:cubicBezTo>
                  <a:lnTo>
                    <a:pt x="4366420" y="2541912"/>
                  </a:lnTo>
                  <a:cubicBezTo>
                    <a:pt x="4366420" y="2548396"/>
                    <a:pt x="4361164" y="2553651"/>
                    <a:pt x="4354681" y="2553651"/>
                  </a:cubicBezTo>
                  <a:lnTo>
                    <a:pt x="11739" y="2553651"/>
                  </a:lnTo>
                  <a:cubicBezTo>
                    <a:pt x="8626" y="2553651"/>
                    <a:pt x="5640" y="2552415"/>
                    <a:pt x="3438" y="2550213"/>
                  </a:cubicBezTo>
                  <a:cubicBezTo>
                    <a:pt x="1237" y="2548012"/>
                    <a:pt x="0" y="2545026"/>
                    <a:pt x="0" y="2541912"/>
                  </a:cubicBezTo>
                  <a:lnTo>
                    <a:pt x="0" y="11739"/>
                  </a:lnTo>
                  <a:cubicBezTo>
                    <a:pt x="0" y="8626"/>
                    <a:pt x="1237" y="5640"/>
                    <a:pt x="3438" y="3438"/>
                  </a:cubicBezTo>
                  <a:cubicBezTo>
                    <a:pt x="5640" y="1237"/>
                    <a:pt x="8626" y="0"/>
                    <a:pt x="11739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66420" cy="2591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6481" y="1863721"/>
            <a:ext cx="172440" cy="17244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31832" y="1863721"/>
            <a:ext cx="172440" cy="17244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6260" y="1863721"/>
            <a:ext cx="172440" cy="17244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2092" y="2491823"/>
            <a:ext cx="10367904" cy="5343290"/>
            <a:chOff x="0" y="0"/>
            <a:chExt cx="1166037" cy="6009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6037" cy="600938"/>
            </a:xfrm>
            <a:custGeom>
              <a:avLst/>
              <a:gdLst/>
              <a:ahLst/>
              <a:cxnLst/>
              <a:rect r="r" b="b" t="t" l="l"/>
              <a:pathLst>
                <a:path h="600938" w="1166037">
                  <a:moveTo>
                    <a:pt x="8214" y="0"/>
                  </a:moveTo>
                  <a:lnTo>
                    <a:pt x="1157823" y="0"/>
                  </a:lnTo>
                  <a:cubicBezTo>
                    <a:pt x="1162359" y="0"/>
                    <a:pt x="1166037" y="3677"/>
                    <a:pt x="1166037" y="8214"/>
                  </a:cubicBezTo>
                  <a:lnTo>
                    <a:pt x="1166037" y="592725"/>
                  </a:lnTo>
                  <a:cubicBezTo>
                    <a:pt x="1166037" y="597261"/>
                    <a:pt x="1162359" y="600938"/>
                    <a:pt x="1157823" y="600938"/>
                  </a:cubicBezTo>
                  <a:lnTo>
                    <a:pt x="8214" y="600938"/>
                  </a:lnTo>
                  <a:cubicBezTo>
                    <a:pt x="3677" y="600938"/>
                    <a:pt x="0" y="597261"/>
                    <a:pt x="0" y="592725"/>
                  </a:cubicBezTo>
                  <a:lnTo>
                    <a:pt x="0" y="8214"/>
                  </a:lnTo>
                  <a:cubicBezTo>
                    <a:pt x="0" y="3677"/>
                    <a:pt x="3677" y="0"/>
                    <a:pt x="821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73" r="0" b="-47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098798" y="3123258"/>
            <a:ext cx="7160502" cy="202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path validation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5610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67978" y="4855303"/>
            <a:ext cx="7650006" cy="3198249"/>
            <a:chOff x="0" y="0"/>
            <a:chExt cx="3740483" cy="15637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0483" cy="1563789"/>
            </a:xfrm>
            <a:custGeom>
              <a:avLst/>
              <a:gdLst/>
              <a:ahLst/>
              <a:cxnLst/>
              <a:rect r="r" b="b" t="t" l="l"/>
              <a:pathLst>
                <a:path h="1563789" w="3740483">
                  <a:moveTo>
                    <a:pt x="17204" y="0"/>
                  </a:moveTo>
                  <a:lnTo>
                    <a:pt x="3723279" y="0"/>
                  </a:lnTo>
                  <a:cubicBezTo>
                    <a:pt x="3732780" y="0"/>
                    <a:pt x="3740483" y="7703"/>
                    <a:pt x="3740483" y="17204"/>
                  </a:cubicBezTo>
                  <a:lnTo>
                    <a:pt x="3740483" y="1546585"/>
                  </a:lnTo>
                  <a:cubicBezTo>
                    <a:pt x="3740483" y="1551148"/>
                    <a:pt x="3738670" y="1555524"/>
                    <a:pt x="3735444" y="1558750"/>
                  </a:cubicBezTo>
                  <a:cubicBezTo>
                    <a:pt x="3732218" y="1561976"/>
                    <a:pt x="3727841" y="1563789"/>
                    <a:pt x="3723279" y="1563789"/>
                  </a:cubicBezTo>
                  <a:lnTo>
                    <a:pt x="17204" y="1563789"/>
                  </a:lnTo>
                  <a:cubicBezTo>
                    <a:pt x="7703" y="1563789"/>
                    <a:pt x="0" y="1556086"/>
                    <a:pt x="0" y="1546585"/>
                  </a:cubicBezTo>
                  <a:lnTo>
                    <a:pt x="0" y="17204"/>
                  </a:lnTo>
                  <a:cubicBezTo>
                    <a:pt x="0" y="7703"/>
                    <a:pt x="7703" y="0"/>
                    <a:pt x="172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40483" cy="1601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8165" y="4965746"/>
            <a:ext cx="187200" cy="18720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2803" y="4965746"/>
            <a:ext cx="187200" cy="18720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6440" y="4965746"/>
            <a:ext cx="187200" cy="18720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8165" y="5477997"/>
            <a:ext cx="7413626" cy="2445717"/>
            <a:chOff x="0" y="0"/>
            <a:chExt cx="1104302" cy="3643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4302" cy="364303"/>
            </a:xfrm>
            <a:custGeom>
              <a:avLst/>
              <a:gdLst/>
              <a:ahLst/>
              <a:cxnLst/>
              <a:rect r="r" b="b" t="t" l="l"/>
              <a:pathLst>
                <a:path h="364303" w="1104302">
                  <a:moveTo>
                    <a:pt x="11487" y="0"/>
                  </a:moveTo>
                  <a:lnTo>
                    <a:pt x="1092815" y="0"/>
                  </a:lnTo>
                  <a:cubicBezTo>
                    <a:pt x="1095861" y="0"/>
                    <a:pt x="1098783" y="1210"/>
                    <a:pt x="1100937" y="3364"/>
                  </a:cubicBezTo>
                  <a:cubicBezTo>
                    <a:pt x="1103092" y="5519"/>
                    <a:pt x="1104302" y="8441"/>
                    <a:pt x="1104302" y="11487"/>
                  </a:cubicBezTo>
                  <a:lnTo>
                    <a:pt x="1104302" y="352816"/>
                  </a:lnTo>
                  <a:cubicBezTo>
                    <a:pt x="1104302" y="359161"/>
                    <a:pt x="1099159" y="364303"/>
                    <a:pt x="1092815" y="364303"/>
                  </a:cubicBezTo>
                  <a:lnTo>
                    <a:pt x="11487" y="364303"/>
                  </a:lnTo>
                  <a:cubicBezTo>
                    <a:pt x="8441" y="364303"/>
                    <a:pt x="5519" y="363093"/>
                    <a:pt x="3364" y="360939"/>
                  </a:cubicBezTo>
                  <a:cubicBezTo>
                    <a:pt x="1210" y="358785"/>
                    <a:pt x="0" y="355863"/>
                    <a:pt x="0" y="352816"/>
                  </a:cubicBezTo>
                  <a:lnTo>
                    <a:pt x="0" y="11487"/>
                  </a:lnTo>
                  <a:cubicBezTo>
                    <a:pt x="0" y="8441"/>
                    <a:pt x="1210" y="5519"/>
                    <a:pt x="3364" y="3364"/>
                  </a:cubicBezTo>
                  <a:cubicBezTo>
                    <a:pt x="5519" y="1210"/>
                    <a:pt x="8441" y="0"/>
                    <a:pt x="11487" y="0"/>
                  </a:cubicBezTo>
                  <a:close/>
                </a:path>
              </a:pathLst>
            </a:custGeom>
            <a:blipFill>
              <a:blip r:embed="rId4"/>
              <a:stretch>
                <a:fillRect l="-179" t="0" r="-179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12600" y="696594"/>
            <a:ext cx="8346700" cy="8561706"/>
            <a:chOff x="0" y="0"/>
            <a:chExt cx="4149519" cy="4256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49519" cy="4256408"/>
            </a:xfrm>
            <a:custGeom>
              <a:avLst/>
              <a:gdLst/>
              <a:ahLst/>
              <a:cxnLst/>
              <a:rect r="r" b="b" t="t" l="l"/>
              <a:pathLst>
                <a:path h="4256408" w="4149519">
                  <a:moveTo>
                    <a:pt x="15768" y="0"/>
                  </a:moveTo>
                  <a:lnTo>
                    <a:pt x="4133751" y="0"/>
                  </a:lnTo>
                  <a:cubicBezTo>
                    <a:pt x="4137933" y="0"/>
                    <a:pt x="4141943" y="1661"/>
                    <a:pt x="4144900" y="4618"/>
                  </a:cubicBezTo>
                  <a:cubicBezTo>
                    <a:pt x="4147858" y="7576"/>
                    <a:pt x="4149519" y="11586"/>
                    <a:pt x="4149519" y="15768"/>
                  </a:cubicBezTo>
                  <a:lnTo>
                    <a:pt x="4149519" y="4240640"/>
                  </a:lnTo>
                  <a:cubicBezTo>
                    <a:pt x="4149519" y="4244822"/>
                    <a:pt x="4147858" y="4248833"/>
                    <a:pt x="4144900" y="4251790"/>
                  </a:cubicBezTo>
                  <a:cubicBezTo>
                    <a:pt x="4141943" y="4254747"/>
                    <a:pt x="4137933" y="4256408"/>
                    <a:pt x="4133751" y="4256408"/>
                  </a:cubicBezTo>
                  <a:lnTo>
                    <a:pt x="15768" y="4256408"/>
                  </a:lnTo>
                  <a:cubicBezTo>
                    <a:pt x="7060" y="4256408"/>
                    <a:pt x="0" y="4249348"/>
                    <a:pt x="0" y="4240640"/>
                  </a:cubicBezTo>
                  <a:lnTo>
                    <a:pt x="0" y="15768"/>
                  </a:lnTo>
                  <a:cubicBezTo>
                    <a:pt x="0" y="7060"/>
                    <a:pt x="7060" y="0"/>
                    <a:pt x="15768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149519" cy="429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37536" y="936643"/>
            <a:ext cx="184114" cy="184114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478143" y="936643"/>
            <a:ext cx="184114" cy="184114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17764" y="936643"/>
            <a:ext cx="184114" cy="184114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237536" y="1271743"/>
            <a:ext cx="7625169" cy="7496793"/>
            <a:chOff x="0" y="0"/>
            <a:chExt cx="724534" cy="71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4534" cy="712336"/>
            </a:xfrm>
            <a:custGeom>
              <a:avLst/>
              <a:gdLst/>
              <a:ahLst/>
              <a:cxnLst/>
              <a:rect r="r" b="b" t="t" l="l"/>
              <a:pathLst>
                <a:path h="712336" w="724534">
                  <a:moveTo>
                    <a:pt x="11168" y="0"/>
                  </a:moveTo>
                  <a:lnTo>
                    <a:pt x="713365" y="0"/>
                  </a:lnTo>
                  <a:cubicBezTo>
                    <a:pt x="719534" y="0"/>
                    <a:pt x="724534" y="5000"/>
                    <a:pt x="724534" y="11168"/>
                  </a:cubicBezTo>
                  <a:lnTo>
                    <a:pt x="724534" y="701167"/>
                  </a:lnTo>
                  <a:cubicBezTo>
                    <a:pt x="724534" y="707335"/>
                    <a:pt x="719534" y="712336"/>
                    <a:pt x="713365" y="712336"/>
                  </a:cubicBezTo>
                  <a:lnTo>
                    <a:pt x="11168" y="712336"/>
                  </a:lnTo>
                  <a:cubicBezTo>
                    <a:pt x="5000" y="712336"/>
                    <a:pt x="0" y="707335"/>
                    <a:pt x="0" y="701167"/>
                  </a:cubicBezTo>
                  <a:lnTo>
                    <a:pt x="0" y="11168"/>
                  </a:lnTo>
                  <a:cubicBezTo>
                    <a:pt x="0" y="5000"/>
                    <a:pt x="5000" y="0"/>
                    <a:pt x="11168" y="0"/>
                  </a:cubicBezTo>
                  <a:close/>
                </a:path>
              </a:pathLst>
            </a:custGeom>
            <a:blipFill>
              <a:blip r:embed="rId5"/>
              <a:stretch>
                <a:fillRect l="-289" t="0" r="-289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56440" y="2300060"/>
            <a:ext cx="7160502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organizing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13956" y="2882392"/>
            <a:ext cx="9065345" cy="7175827"/>
            <a:chOff x="0" y="0"/>
            <a:chExt cx="3154847" cy="2497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54847" cy="2497273"/>
            </a:xfrm>
            <a:custGeom>
              <a:avLst/>
              <a:gdLst/>
              <a:ahLst/>
              <a:cxnLst/>
              <a:rect r="r" b="b" t="t" l="l"/>
              <a:pathLst>
                <a:path h="2497273" w="3154847">
                  <a:moveTo>
                    <a:pt x="14518" y="0"/>
                  </a:moveTo>
                  <a:lnTo>
                    <a:pt x="3140329" y="0"/>
                  </a:lnTo>
                  <a:cubicBezTo>
                    <a:pt x="3144179" y="0"/>
                    <a:pt x="3147872" y="1530"/>
                    <a:pt x="3150595" y="4252"/>
                  </a:cubicBezTo>
                  <a:cubicBezTo>
                    <a:pt x="3153318" y="6975"/>
                    <a:pt x="3154847" y="10668"/>
                    <a:pt x="3154847" y="14518"/>
                  </a:cubicBezTo>
                  <a:lnTo>
                    <a:pt x="3154847" y="2482754"/>
                  </a:lnTo>
                  <a:cubicBezTo>
                    <a:pt x="3154847" y="2486605"/>
                    <a:pt x="3153318" y="2490298"/>
                    <a:pt x="3150595" y="2493020"/>
                  </a:cubicBezTo>
                  <a:cubicBezTo>
                    <a:pt x="3147872" y="2495743"/>
                    <a:pt x="3144179" y="2497273"/>
                    <a:pt x="3140329" y="2497273"/>
                  </a:cubicBezTo>
                  <a:lnTo>
                    <a:pt x="14518" y="2497273"/>
                  </a:lnTo>
                  <a:cubicBezTo>
                    <a:pt x="10668" y="2497273"/>
                    <a:pt x="6975" y="2495743"/>
                    <a:pt x="4252" y="2493020"/>
                  </a:cubicBezTo>
                  <a:cubicBezTo>
                    <a:pt x="1530" y="2490298"/>
                    <a:pt x="0" y="2486605"/>
                    <a:pt x="0" y="2482754"/>
                  </a:cubicBezTo>
                  <a:lnTo>
                    <a:pt x="0" y="14518"/>
                  </a:lnTo>
                  <a:cubicBezTo>
                    <a:pt x="0" y="10668"/>
                    <a:pt x="1530" y="6975"/>
                    <a:pt x="4252" y="4252"/>
                  </a:cubicBezTo>
                  <a:cubicBezTo>
                    <a:pt x="6975" y="1530"/>
                    <a:pt x="10668" y="0"/>
                    <a:pt x="145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54847" cy="2535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28617" y="3043847"/>
            <a:ext cx="165753" cy="165753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45229" y="3043847"/>
            <a:ext cx="165753" cy="165753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08767" y="1729185"/>
            <a:ext cx="187200" cy="18720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60953" y="3043847"/>
            <a:ext cx="165753" cy="165753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828617" y="3475449"/>
            <a:ext cx="8199727" cy="6204748"/>
            <a:chOff x="0" y="0"/>
            <a:chExt cx="729766" cy="5522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9766" cy="552215"/>
            </a:xfrm>
            <a:custGeom>
              <a:avLst/>
              <a:gdLst/>
              <a:ahLst/>
              <a:cxnLst/>
              <a:rect r="r" b="b" t="t" l="l"/>
              <a:pathLst>
                <a:path h="552215" w="729766">
                  <a:moveTo>
                    <a:pt x="10386" y="0"/>
                  </a:moveTo>
                  <a:lnTo>
                    <a:pt x="719380" y="0"/>
                  </a:lnTo>
                  <a:cubicBezTo>
                    <a:pt x="722134" y="0"/>
                    <a:pt x="724776" y="1094"/>
                    <a:pt x="726724" y="3042"/>
                  </a:cubicBezTo>
                  <a:cubicBezTo>
                    <a:pt x="728671" y="4990"/>
                    <a:pt x="729766" y="7631"/>
                    <a:pt x="729766" y="10386"/>
                  </a:cubicBezTo>
                  <a:lnTo>
                    <a:pt x="729766" y="541829"/>
                  </a:lnTo>
                  <a:cubicBezTo>
                    <a:pt x="729766" y="547565"/>
                    <a:pt x="725116" y="552215"/>
                    <a:pt x="719380" y="552215"/>
                  </a:cubicBezTo>
                  <a:lnTo>
                    <a:pt x="10386" y="552215"/>
                  </a:lnTo>
                  <a:cubicBezTo>
                    <a:pt x="7631" y="552215"/>
                    <a:pt x="4990" y="551121"/>
                    <a:pt x="3042" y="549173"/>
                  </a:cubicBezTo>
                  <a:cubicBezTo>
                    <a:pt x="1094" y="547225"/>
                    <a:pt x="0" y="544584"/>
                    <a:pt x="0" y="541829"/>
                  </a:cubicBezTo>
                  <a:lnTo>
                    <a:pt x="0" y="10386"/>
                  </a:lnTo>
                  <a:cubicBezTo>
                    <a:pt x="0" y="7631"/>
                    <a:pt x="1094" y="4990"/>
                    <a:pt x="3042" y="3042"/>
                  </a:cubicBezTo>
                  <a:cubicBezTo>
                    <a:pt x="4990" y="1094"/>
                    <a:pt x="7631" y="0"/>
                    <a:pt x="1038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05" r="0" b="-40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994370" y="1143000"/>
            <a:ext cx="7692751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format report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5574" y="-344226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8580" y="1836249"/>
            <a:ext cx="5370568" cy="4237943"/>
            <a:chOff x="0" y="0"/>
            <a:chExt cx="2148864" cy="1695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8864" cy="1695680"/>
            </a:xfrm>
            <a:custGeom>
              <a:avLst/>
              <a:gdLst/>
              <a:ahLst/>
              <a:cxnLst/>
              <a:rect r="r" b="b" t="t" l="l"/>
              <a:pathLst>
                <a:path h="1695680" w="2148864">
                  <a:moveTo>
                    <a:pt x="24506" y="0"/>
                  </a:moveTo>
                  <a:lnTo>
                    <a:pt x="2124358" y="0"/>
                  </a:lnTo>
                  <a:cubicBezTo>
                    <a:pt x="2130857" y="0"/>
                    <a:pt x="2137090" y="2582"/>
                    <a:pt x="2141686" y="7178"/>
                  </a:cubicBezTo>
                  <a:cubicBezTo>
                    <a:pt x="2146282" y="11774"/>
                    <a:pt x="2148864" y="18007"/>
                    <a:pt x="2148864" y="24506"/>
                  </a:cubicBezTo>
                  <a:lnTo>
                    <a:pt x="2148864" y="1671173"/>
                  </a:lnTo>
                  <a:cubicBezTo>
                    <a:pt x="2148864" y="1677673"/>
                    <a:pt x="2146282" y="1683906"/>
                    <a:pt x="2141686" y="1688502"/>
                  </a:cubicBezTo>
                  <a:cubicBezTo>
                    <a:pt x="2137090" y="1693098"/>
                    <a:pt x="2130857" y="1695680"/>
                    <a:pt x="2124358" y="1695680"/>
                  </a:cubicBezTo>
                  <a:lnTo>
                    <a:pt x="24506" y="1695680"/>
                  </a:lnTo>
                  <a:cubicBezTo>
                    <a:pt x="10972" y="1695680"/>
                    <a:pt x="0" y="1684708"/>
                    <a:pt x="0" y="1671173"/>
                  </a:cubicBezTo>
                  <a:lnTo>
                    <a:pt x="0" y="24506"/>
                  </a:lnTo>
                  <a:cubicBezTo>
                    <a:pt x="0" y="10972"/>
                    <a:pt x="10972" y="0"/>
                    <a:pt x="245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48864" cy="1733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0530" y="2096403"/>
            <a:ext cx="144167" cy="144167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18933" y="2096403"/>
            <a:ext cx="144167" cy="144167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06564" y="2096403"/>
            <a:ext cx="144167" cy="144167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76692" y="2431890"/>
            <a:ext cx="4929367" cy="3477120"/>
            <a:chOff x="0" y="0"/>
            <a:chExt cx="782852" cy="5522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2852" cy="552215"/>
            </a:xfrm>
            <a:custGeom>
              <a:avLst/>
              <a:gdLst/>
              <a:ahLst/>
              <a:cxnLst/>
              <a:rect r="r" b="b" t="t" l="l"/>
              <a:pathLst>
                <a:path h="552215" w="782852">
                  <a:moveTo>
                    <a:pt x="17276" y="0"/>
                  </a:moveTo>
                  <a:lnTo>
                    <a:pt x="765576" y="0"/>
                  </a:lnTo>
                  <a:cubicBezTo>
                    <a:pt x="775117" y="0"/>
                    <a:pt x="782852" y="7735"/>
                    <a:pt x="782852" y="17276"/>
                  </a:cubicBezTo>
                  <a:lnTo>
                    <a:pt x="782852" y="534939"/>
                  </a:lnTo>
                  <a:cubicBezTo>
                    <a:pt x="782852" y="539521"/>
                    <a:pt x="781032" y="543915"/>
                    <a:pt x="777792" y="547155"/>
                  </a:cubicBezTo>
                  <a:cubicBezTo>
                    <a:pt x="774552" y="550395"/>
                    <a:pt x="770158" y="552215"/>
                    <a:pt x="765576" y="552215"/>
                  </a:cubicBezTo>
                  <a:lnTo>
                    <a:pt x="17276" y="552215"/>
                  </a:lnTo>
                  <a:cubicBezTo>
                    <a:pt x="12694" y="552215"/>
                    <a:pt x="8300" y="550395"/>
                    <a:pt x="5060" y="547155"/>
                  </a:cubicBezTo>
                  <a:cubicBezTo>
                    <a:pt x="1820" y="543915"/>
                    <a:pt x="0" y="539521"/>
                    <a:pt x="0" y="534939"/>
                  </a:cubicBezTo>
                  <a:lnTo>
                    <a:pt x="0" y="17276"/>
                  </a:lnTo>
                  <a:cubicBezTo>
                    <a:pt x="0" y="12694"/>
                    <a:pt x="1820" y="8300"/>
                    <a:pt x="5060" y="5060"/>
                  </a:cubicBezTo>
                  <a:cubicBezTo>
                    <a:pt x="8300" y="1820"/>
                    <a:pt x="12694" y="0"/>
                    <a:pt x="17276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78968" y="3625704"/>
            <a:ext cx="11529193" cy="4237943"/>
            <a:chOff x="0" y="0"/>
            <a:chExt cx="4840158" cy="17791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40158" cy="1779163"/>
            </a:xfrm>
            <a:custGeom>
              <a:avLst/>
              <a:gdLst/>
              <a:ahLst/>
              <a:cxnLst/>
              <a:rect r="r" b="b" t="t" l="l"/>
              <a:pathLst>
                <a:path h="1779163" w="4840158">
                  <a:moveTo>
                    <a:pt x="11416" y="0"/>
                  </a:moveTo>
                  <a:lnTo>
                    <a:pt x="4828743" y="0"/>
                  </a:lnTo>
                  <a:cubicBezTo>
                    <a:pt x="4831771" y="0"/>
                    <a:pt x="4834674" y="1203"/>
                    <a:pt x="4836815" y="3344"/>
                  </a:cubicBezTo>
                  <a:cubicBezTo>
                    <a:pt x="4838956" y="5484"/>
                    <a:pt x="4840158" y="8388"/>
                    <a:pt x="4840158" y="11416"/>
                  </a:cubicBezTo>
                  <a:lnTo>
                    <a:pt x="4840158" y="1767748"/>
                  </a:lnTo>
                  <a:cubicBezTo>
                    <a:pt x="4840158" y="1774052"/>
                    <a:pt x="4835048" y="1779163"/>
                    <a:pt x="4828743" y="1779163"/>
                  </a:cubicBezTo>
                  <a:lnTo>
                    <a:pt x="11416" y="1779163"/>
                  </a:lnTo>
                  <a:cubicBezTo>
                    <a:pt x="5111" y="1779163"/>
                    <a:pt x="0" y="1774052"/>
                    <a:pt x="0" y="1767748"/>
                  </a:cubicBezTo>
                  <a:lnTo>
                    <a:pt x="0" y="11416"/>
                  </a:lnTo>
                  <a:cubicBezTo>
                    <a:pt x="0" y="5111"/>
                    <a:pt x="5111" y="0"/>
                    <a:pt x="11416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84015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24893" y="4221344"/>
            <a:ext cx="11004337" cy="3477120"/>
            <a:chOff x="0" y="0"/>
            <a:chExt cx="1747642" cy="5522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47642" cy="552215"/>
            </a:xfrm>
            <a:custGeom>
              <a:avLst/>
              <a:gdLst/>
              <a:ahLst/>
              <a:cxnLst/>
              <a:rect r="r" b="b" t="t" l="l"/>
              <a:pathLst>
                <a:path h="552215" w="1747642">
                  <a:moveTo>
                    <a:pt x="7739" y="0"/>
                  </a:moveTo>
                  <a:lnTo>
                    <a:pt x="1739903" y="0"/>
                  </a:lnTo>
                  <a:cubicBezTo>
                    <a:pt x="1744177" y="0"/>
                    <a:pt x="1747642" y="3465"/>
                    <a:pt x="1747642" y="7739"/>
                  </a:cubicBezTo>
                  <a:lnTo>
                    <a:pt x="1747642" y="544476"/>
                  </a:lnTo>
                  <a:cubicBezTo>
                    <a:pt x="1747642" y="546529"/>
                    <a:pt x="1746827" y="548497"/>
                    <a:pt x="1745375" y="549948"/>
                  </a:cubicBezTo>
                  <a:cubicBezTo>
                    <a:pt x="1743924" y="551400"/>
                    <a:pt x="1741955" y="552215"/>
                    <a:pt x="1739903" y="552215"/>
                  </a:cubicBezTo>
                  <a:lnTo>
                    <a:pt x="7739" y="552215"/>
                  </a:lnTo>
                  <a:cubicBezTo>
                    <a:pt x="5686" y="552215"/>
                    <a:pt x="3718" y="551400"/>
                    <a:pt x="2267" y="549948"/>
                  </a:cubicBezTo>
                  <a:cubicBezTo>
                    <a:pt x="815" y="548497"/>
                    <a:pt x="0" y="546529"/>
                    <a:pt x="0" y="544476"/>
                  </a:cubicBezTo>
                  <a:lnTo>
                    <a:pt x="0" y="7739"/>
                  </a:lnTo>
                  <a:cubicBezTo>
                    <a:pt x="0" y="5686"/>
                    <a:pt x="815" y="3718"/>
                    <a:pt x="2267" y="2267"/>
                  </a:cubicBezTo>
                  <a:cubicBezTo>
                    <a:pt x="3718" y="815"/>
                    <a:pt x="5686" y="0"/>
                    <a:pt x="773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25" r="0" b="-162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885977" y="3885858"/>
            <a:ext cx="144167" cy="144167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074379" y="3885858"/>
            <a:ext cx="144167" cy="144167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262010" y="3885858"/>
            <a:ext cx="144167" cy="144167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082491" y="2060279"/>
            <a:ext cx="4123017" cy="102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ui part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5574" y="-344226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94346" y="4429504"/>
            <a:ext cx="5099308" cy="127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6"/>
              </a:lnSpc>
            </a:pPr>
            <a:r>
              <a:rPr lang="en-US" sz="9333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DAG3od5Fd08</dc:identifier>
  <dcterms:modified xsi:type="dcterms:W3CDTF">2011-08-01T06:04:30Z</dcterms:modified>
  <cp:revision>1</cp:revision>
  <dc:title>Green and Yellow Modern Programmer Presentation</dc:title>
</cp:coreProperties>
</file>